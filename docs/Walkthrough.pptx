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Software Development Document Environment Walkthrough</a:t>
            </a:r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Key Features:</a:t>
            </a:r>
          </a:p>
          <a:p>
            <a:pPr algn="l">
              <a:defRPr/>
            </a:pPr>
            <a:r>
              <a:rPr lang="en-US"/>
              <a:t>- Multi-Database Support (Oracle, Postgres, SQL Server)</a:t>
            </a:r>
          </a:p>
          <a:p>
            <a:pPr algn="l">
              <a:defRPr/>
            </a:pPr>
            <a:r>
              <a:rPr lang="en-US"/>
              <a:t>- Folder Watcher Handler</a:t>
            </a:r>
          </a:p>
          <a:p>
            <a:pPr algn="l">
              <a:defRPr/>
            </a:pPr>
            <a:r>
              <a:rPr lang="en-US"/>
              <a:t>- Maker/Checker Workflow</a:t>
            </a:r>
          </a:p>
          <a:p>
            <a:pPr algn="l">
              <a:defRPr/>
            </a:pPr>
            <a:r>
              <a:rPr lang="en-US"/>
              <a:t>- AI LLM RAG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